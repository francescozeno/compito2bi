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Lora" pitchFamily="2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5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viewProps" Target="viewProps.xml"/><Relationship Id="rId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Zeno" userId="972aea886ab22cdb" providerId="LiveId" clId="{41A66BC3-AA45-434E-85A8-C1565E78A1CA}"/>
    <pc:docChg chg="custSel addSld modSld">
      <pc:chgData name="Francesco Zeno" userId="972aea886ab22cdb" providerId="LiveId" clId="{41A66BC3-AA45-434E-85A8-C1565E78A1CA}" dt="2022-05-19T16:03:35.191" v="13" actId="1076"/>
      <pc:docMkLst>
        <pc:docMk/>
      </pc:docMkLst>
      <pc:sldChg chg="addSp delSp modSp new mod">
        <pc:chgData name="Francesco Zeno" userId="972aea886ab22cdb" providerId="LiveId" clId="{41A66BC3-AA45-434E-85A8-C1565E78A1CA}" dt="2022-05-19T16:03:05.926" v="8" actId="1076"/>
        <pc:sldMkLst>
          <pc:docMk/>
          <pc:sldMk cId="50975296" sldId="260"/>
        </pc:sldMkLst>
        <pc:spChg chg="del mod">
          <ac:chgData name="Francesco Zeno" userId="972aea886ab22cdb" providerId="LiveId" clId="{41A66BC3-AA45-434E-85A8-C1565E78A1CA}" dt="2022-05-19T16:03:02.541" v="7" actId="21"/>
          <ac:spMkLst>
            <pc:docMk/>
            <pc:sldMk cId="50975296" sldId="260"/>
            <ac:spMk id="2" creationId="{97694566-A854-F1F9-47E7-F9D5F57CB1E4}"/>
          </ac:spMkLst>
        </pc:spChg>
        <pc:spChg chg="del">
          <ac:chgData name="Francesco Zeno" userId="972aea886ab22cdb" providerId="LiveId" clId="{41A66BC3-AA45-434E-85A8-C1565E78A1CA}" dt="2022-05-19T16:02:59.942" v="6" actId="21"/>
          <ac:spMkLst>
            <pc:docMk/>
            <pc:sldMk cId="50975296" sldId="260"/>
            <ac:spMk id="3" creationId="{49D6D118-E6B9-0A1F-6B75-E233843545E5}"/>
          </ac:spMkLst>
        </pc:spChg>
        <pc:picChg chg="add mod">
          <ac:chgData name="Francesco Zeno" userId="972aea886ab22cdb" providerId="LiveId" clId="{41A66BC3-AA45-434E-85A8-C1565E78A1CA}" dt="2022-05-19T16:03:05.926" v="8" actId="1076"/>
          <ac:picMkLst>
            <pc:docMk/>
            <pc:sldMk cId="50975296" sldId="260"/>
            <ac:picMk id="5" creationId="{51DEEC13-2BA1-C323-6CD2-762460E19091}"/>
          </ac:picMkLst>
        </pc:picChg>
      </pc:sldChg>
      <pc:sldChg chg="addSp delSp modSp new mod">
        <pc:chgData name="Francesco Zeno" userId="972aea886ab22cdb" providerId="LiveId" clId="{41A66BC3-AA45-434E-85A8-C1565E78A1CA}" dt="2022-05-19T16:03:35.191" v="13" actId="1076"/>
        <pc:sldMkLst>
          <pc:docMk/>
          <pc:sldMk cId="3139504326" sldId="261"/>
        </pc:sldMkLst>
        <pc:spChg chg="del mod">
          <ac:chgData name="Francesco Zeno" userId="972aea886ab22cdb" providerId="LiveId" clId="{41A66BC3-AA45-434E-85A8-C1565E78A1CA}" dt="2022-05-19T16:03:32.170" v="12" actId="21"/>
          <ac:spMkLst>
            <pc:docMk/>
            <pc:sldMk cId="3139504326" sldId="261"/>
            <ac:spMk id="2" creationId="{FABFE7A4-8ED0-CBFA-3AB0-EE146B158EA6}"/>
          </ac:spMkLst>
        </pc:spChg>
        <pc:spChg chg="del">
          <ac:chgData name="Francesco Zeno" userId="972aea886ab22cdb" providerId="LiveId" clId="{41A66BC3-AA45-434E-85A8-C1565E78A1CA}" dt="2022-05-19T16:03:29.947" v="11" actId="21"/>
          <ac:spMkLst>
            <pc:docMk/>
            <pc:sldMk cId="3139504326" sldId="261"/>
            <ac:spMk id="3" creationId="{DDBF0380-C6B5-241C-4F97-EF066341D607}"/>
          </ac:spMkLst>
        </pc:spChg>
        <pc:picChg chg="add mod">
          <ac:chgData name="Francesco Zeno" userId="972aea886ab22cdb" providerId="LiveId" clId="{41A66BC3-AA45-434E-85A8-C1565E78A1CA}" dt="2022-05-19T16:03:35.191" v="13" actId="1076"/>
          <ac:picMkLst>
            <pc:docMk/>
            <pc:sldMk cId="3139504326" sldId="261"/>
            <ac:picMk id="5" creationId="{4BB15F84-63D0-7D7B-051D-1B291D277F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c62ded8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c62ded8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c62ded8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c62ded87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08650" y="273825"/>
            <a:ext cx="63267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080" b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L’Inquinamento nel mondo</a:t>
            </a:r>
            <a:endParaRPr sz="3080" b="1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93550" y="1480175"/>
            <a:ext cx="6756900" cy="30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L’economia circolare è un’economia pensata per potersi rigenerare da sola, questa sfrutta materiali biologici e fonti e energie rinnovabili.</a:t>
            </a:r>
            <a:endParaRPr sz="2716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questo modo eliminando i combustibili fossili </a:t>
            </a:r>
            <a:endParaRPr sz="2716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è possibile ridurre l’inquinamento nel mondo.</a:t>
            </a:r>
            <a:endParaRPr sz="2716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16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2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4500" y="74975"/>
            <a:ext cx="54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020" b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L’inquinamento in Italia</a:t>
            </a:r>
            <a:endParaRPr sz="3020" b="1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40600" y="715850"/>
            <a:ext cx="5964900" cy="4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Per Inquinamento dell’aria si intende la contaminazione dell’ambiente da parte di agenti chimici, fisici o biologici che apportano delle modifiche alle condizioni naturali dell’atmosfera e che possono avere effetti dannosi sull’ambiente.</a:t>
            </a: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Tra le principali fonti di inquinamento spiccano:</a:t>
            </a: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08768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263"/>
              <a:buFont typeface="Trebuchet MS"/>
              <a:buChar char="●"/>
            </a:pPr>
            <a:r>
              <a:rPr lang="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 combustione di combustibili fossili (carbone, petrolio e gas naturali);</a:t>
            </a: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0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3"/>
              <a:buFont typeface="Trebuchet MS"/>
              <a:buChar char="●"/>
            </a:pPr>
            <a:r>
              <a:rPr lang="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 combustione di biomasse (legna, pellet etc.) sia nei grandi impianti che nelle abitazioni;</a:t>
            </a: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0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3"/>
              <a:buFont typeface="Trebuchet MS"/>
              <a:buChar char="●"/>
            </a:pPr>
            <a:r>
              <a:rPr lang="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le emissioni delle industrie e delle fabbriche, come le industrie manufatturiere;</a:t>
            </a: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935"/>
              <a:buNone/>
            </a:pPr>
            <a:r>
              <a:rPr lang="it" sz="1262" dirty="0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Per eliminare l’inquinamento atmosferico bisogna trovare dei rimedi efficaci, come le polveri sottili. I trasporti stradali sono una delle principali fonti di emissioni di inquinanti atmosferici. Per questo una mobilità sostenibile consentirebbe di limitare l’inquinamento causato dal traffico e le emissioni in aria dal trasporto stradale. Lo smartworking è un’altra possibile modalità che permette di ridurre le emissioni di sostanze inquinanti connesse agli spostamenti.</a:t>
            </a:r>
            <a:endParaRPr sz="1262" dirty="0"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2400"/>
              </a:spcBef>
              <a:spcAft>
                <a:spcPts val="1200"/>
              </a:spcAft>
              <a:buSzPts val="935"/>
              <a:buNone/>
            </a:pPr>
            <a:endParaRPr sz="1147" dirty="0">
              <a:solidFill>
                <a:srgbClr val="444444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631950" y="1295125"/>
            <a:ext cx="281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794C57A-8509-D222-C7A8-1B35151A3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704850"/>
            <a:ext cx="60293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2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890450" y="289600"/>
            <a:ext cx="5363100" cy="6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020" b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L’inquinamento in Europa</a:t>
            </a:r>
            <a:endParaRPr sz="3020" b="1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96200" y="1152475"/>
            <a:ext cx="4425600" cy="3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50" b="1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“In Europa, le emissioni di molti inquinanti atmosferici sono diminuite in modo sostanziale negli ultimi decenni, determinando una migliore qualità dell'aria nella regione. Le concentrazioni di inquinanti sono tuttavia ancora troppo elevate e i problemi legati alla qualità dell'aria persistono”</a:t>
            </a:r>
            <a:r>
              <a:rPr lang="it" sz="135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350" b="1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Secondo il rapporto dell’AEA (Air quality in Europe), il trasporto su strada è una delle principali fonti di inquinamento atmosferico in Europa, in particolare di inquinanti nocivi quali il biossido di azoto e il particolato. Anche le emissioni provenienti dall’agricoltura, dalla produzione di energia, dall’industria e dai nuclei domestici contribuiscono a inquinare l’atmosfera. </a:t>
            </a:r>
            <a:endParaRPr sz="135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1DEEC13-2BA1-C323-6CD2-762460E19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58" y="0"/>
            <a:ext cx="70723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4BB15F84-63D0-7D7B-051D-1B291D27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734"/>
            <a:ext cx="9144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043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</Words>
  <Application>Microsoft Office PowerPoint</Application>
  <PresentationFormat>Presentazione su schermo (16:9)</PresentationFormat>
  <Paragraphs>16</Paragraphs>
  <Slides>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Lora</vt:lpstr>
      <vt:lpstr>Trebuchet MS</vt:lpstr>
      <vt:lpstr>Merriweather</vt:lpstr>
      <vt:lpstr>Georgia</vt:lpstr>
      <vt:lpstr>Verdana</vt:lpstr>
      <vt:lpstr>Arial</vt:lpstr>
      <vt:lpstr>Simple Light</vt:lpstr>
      <vt:lpstr>L’Inquinamento nel mondo</vt:lpstr>
      <vt:lpstr>L’inquinamento in Italia</vt:lpstr>
      <vt:lpstr>Presentazione standard di PowerPoint</vt:lpstr>
      <vt:lpstr>L’inquinamento in Europa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L’Inquinamento nel mondo</dc:title>
  <cp:lastModifiedBy>Francesco Zeno</cp:lastModifiedBy>
  <cp:revision>1</cp:revision>
  <dcterms:modified xsi:type="dcterms:W3CDTF">2022-05-19T16:03:53Z</dcterms:modified>
</cp:coreProperties>
</file>